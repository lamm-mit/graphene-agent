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Mechanism slide: each tile pairs a schematic of the idea with a real simulation snapshot from the database. Numbers are 2D strengths in N/m for the screened REBO2 model under quasi-static 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mechanisms set the strength and fracture mode of architected graphene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architectures, ten families, one validated model, matched porosity — what actually moves strength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3566160" cy="2624328"/>
          </a:xfrm>
          <a:prstGeom prst="roundRect">
            <a:avLst>
              <a:gd name="adj" fmla="val 278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06424"/>
            <a:ext cx="237744" cy="237744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064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108813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section × ligament strength</a:t>
            </a:r>
            <a:endParaRPr lang="en-US" sz="1200" dirty="0"/>
          </a:p>
        </p:txBody>
      </p:sp>
      <p:pic>
        <p:nvPicPr>
          <p:cNvPr id="8" name="Image 0" descr="/Users/mbuehler/MIT LAMM Dropbox/Markus J. Buehler/Research MIT/Publications/2026/Intellligence Becomes Science BLOG/Fable 5.1 - nano material with REBO2/RESULTS_nano_v2/slides/tiles/til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9888"/>
            <a:ext cx="3383280" cy="186080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" y="3282696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Pore shape is irrelevant at the coarse scale; ligament width and lattice orientation set σ_lig (armchair ligaments −20%).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224528" y="1024128"/>
            <a:ext cx="3566160" cy="2624328"/>
          </a:xfrm>
          <a:prstGeom prst="roundRect">
            <a:avLst>
              <a:gd name="adj" fmla="val 278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15968" y="1106424"/>
            <a:ext cx="237744" cy="237744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15968" y="11064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626864" y="108813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has a cliff, not a slope</a:t>
            </a:r>
            <a:endParaRPr lang="en-US" sz="1200" dirty="0"/>
          </a:p>
        </p:txBody>
      </p:sp>
      <p:pic>
        <p:nvPicPr>
          <p:cNvPr id="14" name="Image 1" descr="/Users/mbuehler/MIT LAMM Dropbox/Markus J. Buehler/Research MIT/Publications/2026/Intellligence Becomes Science BLOG/Fable 5.1 - nano material with REBO2/RESULTS_nano_v2/slides/tiles/til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389888"/>
            <a:ext cx="3383280" cy="186080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334256" y="3282696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slits 25 N/m, perpendicular 4 N/m; a 20° rotation already collapses to 9 N/m, below the 45° array (18.5).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57200" y="3758184"/>
            <a:ext cx="3566160" cy="2624328"/>
          </a:xfrm>
          <a:prstGeom prst="roundRect">
            <a:avLst>
              <a:gd name="adj" fmla="val 278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3840480"/>
            <a:ext cx="237744" cy="237744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3840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859536" y="382219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pays only when aligned</a:t>
            </a:r>
            <a:endParaRPr lang="en-US" sz="1200" dirty="0"/>
          </a:p>
        </p:txBody>
      </p:sp>
      <p:pic>
        <p:nvPicPr>
          <p:cNvPr id="20" name="Image 2" descr="/Users/mbuehler/MIT LAMM Dropbox/Markus J. Buehler/Research MIT/Publications/2026/Intellligence Becomes Science BLOG/Fable 5.1 - nano material with REBO2/RESULTS_nano_v2/slides/tiles/til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23944"/>
            <a:ext cx="3383280" cy="186080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66928" y="6016752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meshes at matched mass never beat the single-level mesh unless a level is aligned with the load; aligning both levels adds the two effects (19.4 N/m, best nested design).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224528" y="3758184"/>
            <a:ext cx="3566160" cy="2624328"/>
          </a:xfrm>
          <a:prstGeom prst="roundRect">
            <a:avLst>
              <a:gd name="adj" fmla="val 278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315968" y="3840480"/>
            <a:ext cx="237744" cy="237744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315968" y="3840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4626864" y="382219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mode = load-transfer property</a:t>
            </a:r>
            <a:endParaRPr lang="en-US" sz="1200" dirty="0"/>
          </a:p>
        </p:txBody>
      </p:sp>
      <p:pic>
        <p:nvPicPr>
          <p:cNvPr id="26" name="Image 3" descr="/Users/mbuehler/MIT LAMM Dropbox/Markus J. Buehler/Research MIT/Publications/2026/Intellligence Becomes Science BLOG/Fable 5.1 - nano material with REBO2/RESULTS_nano_v2/slides/tiles/tile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4123944"/>
            <a:ext cx="3383280" cy="186080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4334256" y="6016752"/>
            <a:ext cx="3346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parallel ligaments fail row by row and keep 20–60% of peak load; three wide strips cascade even with 15% dispersion.</a:t>
            </a:r>
            <a:endParaRPr lang="en-US" sz="850" dirty="0"/>
          </a:p>
        </p:txBody>
      </p:sp>
      <p:sp>
        <p:nvSpPr>
          <p:cNvPr id="28" name="Text 22"/>
          <p:cNvSpPr txBox="1"/>
          <p:nvPr/>
        </p:nvSpPr>
        <p:spPr>
          <a:xfrm>
            <a:off x="8065008" y="1042416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new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8065008" y="1408176"/>
            <a:ext cx="3666744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is not a rule of mixtures; modulus nearly is.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equal mass, specific strength spans a factor of 6 across families; specific modulus stays within 110–275 N/m.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paths, not mass, separate the families.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load-parallel slit arrays keep &gt;80% of the pristine specific strength.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fails abruptly once slit tips overlap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(en-echelon coalescence), a mechanism absent from all training data.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is not a free lunch: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levels add, unaligned levels only cost mass.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Disorder, gradients and pore halos are costs;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apparent optima vanished under seed replication.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holdouts: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strength error 14%, mode right in 10/12; the misses were exactly the new mechanisms.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457200" y="645566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only: screened REBO2 (validated against the Atomistica reference), athermal quasi-static uniaxial tension, 2D stress in N/m; work to failure is a proxy, not a fracture toughness. Red circles in snapshots: atoms that lost a bond.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2026-09-08T21:52:57Z</dcterms:created>
  <dcterms:modified xsi:type="dcterms:W3CDTF">2026-09-08T21:52:57Z</dcterms:modified>
</cp:coreProperties>
</file>