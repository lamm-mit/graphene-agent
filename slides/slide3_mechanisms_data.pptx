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Schematic + data slide: each tile is a sketch of the mechanism and one simple chart of real campaign data (bar charts of 2D strength, strength versus slit angle, and two stress-strain curves).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mechanisms: sketch on the left, one measurement on the right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is one simulation from the campaign database (screened REBO2, athermal quasi-static tension, 2D strength in N/m); designs compared at the same porosity.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5532120" cy="2670048"/>
          </a:xfrm>
          <a:prstGeom prst="roundRect">
            <a:avLst>
              <a:gd name="adj" fmla="val 274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69848"/>
            <a:ext cx="237744" cy="237744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0698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10515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= weakest section × ligament strength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07899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KNOWN, SHARPENED</a:t>
            </a:r>
            <a:endParaRPr lang="en-US" sz="800" dirty="0"/>
          </a:p>
        </p:txBody>
      </p:sp>
      <p:pic>
        <p:nvPicPr>
          <p:cNvPr id="9" name="Image 0" descr="/Users/mbuehler/MIT LAMM Dropbox/Markus J. Buehler/Research MIT/Publications/2026/Intellligence Becomes Science BLOG/Fable 5.1 - nano material with REBO2/RESULTS_nano_v2/slides/tiles3/til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53312"/>
            <a:ext cx="4983480" cy="195186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66928" y="3332607"/>
            <a:ext cx="5312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Halving the ligament width at the same porosity costs a third of the strength; changing the pore shape at the same net section costs nothing; armchair ligaments are 20% weaker than zigzag.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199632" y="987552"/>
            <a:ext cx="5532120" cy="2670048"/>
          </a:xfrm>
          <a:prstGeom prst="roundRect">
            <a:avLst>
              <a:gd name="adj" fmla="val 274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91072" y="1069848"/>
            <a:ext cx="237744" cy="237744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91072" y="10698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6601968" y="10515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has a cliff, not a slope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10405872" y="107899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00" dirty="0"/>
          </a:p>
        </p:txBody>
      </p:sp>
      <p:pic>
        <p:nvPicPr>
          <p:cNvPr id="16" name="Image 1" descr="/Users/mbuehler/MIT LAMM Dropbox/Markus J. Buehler/Research MIT/Publications/2026/Intellligence Becomes Science BLOG/Fable 5.1 - nano material with REBO2/RESULTS_nano_v2/slides/tiles3/til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1353312"/>
            <a:ext cx="4983480" cy="1951863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309360" y="3332607"/>
            <a:ext cx="5312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is not monotonic in the slit angle: a 20° tilt is worse than 45° because the slit tips of neighbouring rows overlap and link en echelon.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57200" y="3767328"/>
            <a:ext cx="5532120" cy="2670048"/>
          </a:xfrm>
          <a:prstGeom prst="roundRect">
            <a:avLst>
              <a:gd name="adj" fmla="val 274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48640" y="3849624"/>
            <a:ext cx="237744" cy="237744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48640" y="38496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859536" y="383133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pays only when aligned, and adds up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4663440" y="385876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00" dirty="0"/>
          </a:p>
        </p:txBody>
      </p:sp>
      <p:pic>
        <p:nvPicPr>
          <p:cNvPr id="23" name="Image 2" descr="/Users/mbuehler/MIT LAMM Dropbox/Markus J. Buehler/Research MIT/Publications/2026/Intellligence Becomes Science BLOG/Fable 5.1 - nano material with REBO2/RESULTS_nano_v2/slides/tiles3/tile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33088"/>
            <a:ext cx="4983480" cy="1951863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566928" y="6112383"/>
            <a:ext cx="5312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matched mass the nested mesh is weaker than the single-level one until a level is aligned with the load; aligning both levels adds the two gains.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6199632" y="3767328"/>
            <a:ext cx="5532120" cy="2670048"/>
          </a:xfrm>
          <a:prstGeom prst="roundRect">
            <a:avLst>
              <a:gd name="adj" fmla="val 274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291072" y="3849624"/>
            <a:ext cx="237744" cy="237744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6291072" y="38496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6601968" y="383133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Fracture mode = load transfer between paths</a:t>
            </a:r>
            <a:endParaRPr lang="en-US" sz="1250" dirty="0"/>
          </a:p>
        </p:txBody>
      </p:sp>
      <p:sp>
        <p:nvSpPr>
          <p:cNvPr id="29" name="Text 24"/>
          <p:cNvSpPr txBox="1"/>
          <p:nvPr/>
        </p:nvSpPr>
        <p:spPr>
          <a:xfrm>
            <a:off x="10405872" y="385876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KNOWN, SHARPENED</a:t>
            </a:r>
            <a:endParaRPr lang="en-US" sz="800" dirty="0"/>
          </a:p>
        </p:txBody>
      </p:sp>
      <p:pic>
        <p:nvPicPr>
          <p:cNvPr id="30" name="Image 3" descr="/Users/mbuehler/MIT LAMM Dropbox/Markus J. Buehler/Research MIT/Publications/2026/Intellligence Becomes Science BLOG/Fable 5.1 - nano material with REBO2/RESULTS_nano_v2/slides/tiles3/tile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4133088"/>
            <a:ext cx="4983480" cy="1951863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6309360" y="6112383"/>
            <a:ext cx="5312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ligaments hand over a small share when one breaks and fail row by row; three wide strips hand over a large share and fail in one avalanche, dispersion or not.</a:t>
            </a:r>
            <a:endParaRPr lang="en-US" sz="900" dirty="0"/>
          </a:p>
        </p:txBody>
      </p:sp>
      <p:sp>
        <p:nvSpPr>
          <p:cNvPr id="32" name="Text 26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Tiles 2 and 3 are findings we could not locate in the prior literature; tiles 1 and 4 are established principles (net-section scaling, fibre-bundle load sharing) confirmed and refined at the atomic scale. Work to failure is a proxy, not a fracture toughness.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2026-09-08T22:21:23Z</dcterms:created>
  <dcterms:modified xsi:type="dcterms:W3CDTF">2026-09-08T22:21:23Z</dcterms:modified>
</cp:coreProperties>
</file>