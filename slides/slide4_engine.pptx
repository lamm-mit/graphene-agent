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slide: what was written (pipeline and lines of code), how it runs on the GPU (batched super-system tensor, autograd, multi-process concurrency) with honest speed numbers, and how it was validated (per-configuration agreement with the reference, full stress-strain overlay, the 20-test suite).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 engine: written from scratch, validated to machine precision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PyTorch implementation of the published screened REBO2 potential, batched for the GPU, checked against the Atomistica reference before any result was produced.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88136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88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106984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scratch, not adapted</a:t>
            </a:r>
            <a:endParaRPr lang="en-US" sz="1150" dirty="0"/>
          </a:p>
        </p:txBody>
      </p:sp>
      <p:pic>
        <p:nvPicPr>
          <p:cNvPr id="8" name="Image 0" descr="/Users/mbuehler/MIT LAMM Dropbox/Markus J. Buehler/Research MIT/Publications/2026/Intellligence Becomes Science BLOG/Fable 5.1 - nano material with REBO2/RESULTS_nano_v2/slides/tiles4/til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429000" cy="30861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4512564"/>
            <a:ext cx="34838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functional form and parameter tables were transcribed from the papers and the reference source; the code itself (potential, neighbour list, minimiser, loading driver, MD, analysis, app) is new. Parameters unchanged; their checksum is stored in every run record.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4361688" y="100584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53128" y="1088136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3128" y="1088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764024" y="106984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and batched for the GPU; honest speed</a:t>
            </a:r>
            <a:endParaRPr lang="en-US" sz="1150" dirty="0"/>
          </a:p>
        </p:txBody>
      </p:sp>
      <p:pic>
        <p:nvPicPr>
          <p:cNvPr id="14" name="Image 1" descr="/Users/mbuehler/MIT LAMM Dropbox/Markus J. Buehler/Research MIT/Publications/2026/Intellligence Becomes Science BLOG/Fable 5.1 - nano material with REBO2/RESULTS_nano_v2/slides/tiles4/til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389888"/>
            <a:ext cx="3429000" cy="30861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71416" y="4512564"/>
            <a:ext cx="34838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atoms, pairs and triplets of several structures are one padded tensor; forces and per-atom virials come from autograd. Per call the port is 3× slower than the Fortran reference; the gains are batching, exact per-atom stresses and several processes sharing the GPU.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8266176" y="100584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57616" y="1088136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57616" y="1088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668512" y="106984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reference, through fracture</a:t>
            </a:r>
            <a:endParaRPr lang="en-US" sz="1150" dirty="0"/>
          </a:p>
        </p:txBody>
      </p:sp>
      <p:pic>
        <p:nvPicPr>
          <p:cNvPr id="20" name="Image 2" descr="/Users/mbuehler/MIT LAMM Dropbox/Markus J. Buehler/Research MIT/Publications/2026/Intellligence Becomes Science BLOG/Fable 5.1 - nano material with REBO2/RESULTS_nano_v2/slides/tiles4/til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389888"/>
            <a:ext cx="3429000" cy="30861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75904" y="4512564"/>
            <a:ext cx="34838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 agree to 6×10⁻¹⁴ eV/atom and forces to 4×10⁻¹³ eV/Å on ordinary and difficult configurations; a complete loading curve to fracture is identical when the same minimiser is used, and within 0.14 N/m with the GPU float32 fast mode and the batched minimiser.</a:t>
            </a:r>
            <a:endParaRPr lang="en-US" sz="830" dirty="0"/>
          </a:p>
        </p:txBody>
      </p:sp>
      <p:sp>
        <p:nvSpPr>
          <p:cNvPr id="22" name="Shape 17"/>
          <p:cNvSpPr/>
          <p:nvPr/>
        </p:nvSpPr>
        <p:spPr>
          <a:xfrm>
            <a:off x="457200" y="5276088"/>
            <a:ext cx="1127455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94360" y="533095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validation tests, all passed (validation/results/validation_table.json: expected, observed, error, tolerance)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94360" y="560527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Exactness vs reference (T1, T2, T19)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 6×10⁻¹⁴ eV/atom · forces 4×10⁻¹³ eV/Å · bond rupture E(r), F(r) to 10⁻¹¹ eV/Å (dimer, in-lattice bond, crack tip, affine stretch)</a:t>
            </a:r>
            <a:endParaRPr lang="en-US" sz="820" dirty="0"/>
          </a:p>
        </p:txBody>
      </p:sp>
      <p:sp>
        <p:nvSpPr>
          <p:cNvPr id="25" name="Text 20"/>
          <p:cNvSpPr txBox="1"/>
          <p:nvPr/>
        </p:nvSpPr>
        <p:spPr>
          <a:xfrm>
            <a:off x="3401568" y="560527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 (T3, T9–T12, T17)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finite-difference forces and stress · neighbour list identical to brute force · translation and periodic-image invariance · force balance 10⁻¹⁴ · repeatability on the GPU</a:t>
            </a:r>
            <a:endParaRPr lang="en-US" sz="820" dirty="0"/>
          </a:p>
        </p:txBody>
      </p:sp>
      <p:sp>
        <p:nvSpPr>
          <p:cNvPr id="26" name="Text 21"/>
          <p:cNvSpPr txBox="1"/>
          <p:nvPr/>
        </p:nvSpPr>
        <p:spPr>
          <a:xfrm>
            <a:off x="6208776" y="560527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mode, physics, protocol (T4–T8, T13–T16, T18, T20)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GPU within 7×10⁻⁶ eV/atom, 1.5×10⁻⁴ eV/Å, 4×10⁻⁵ N/m · lattice constant, cohesive energy, elastic constants, chirality · FIRE-tolerance, strain-step and cell-size convergence · full curve through fracture · export round-trips</a:t>
            </a:r>
            <a:endParaRPr lang="en-US" sz="820" dirty="0"/>
          </a:p>
        </p:txBody>
      </p:sp>
      <p:sp>
        <p:nvSpPr>
          <p:cNvPr id="27" name="Shape 22"/>
          <p:cNvSpPr/>
          <p:nvPr/>
        </p:nvSpPr>
        <p:spPr>
          <a:xfrm>
            <a:off x="9061704" y="5605272"/>
            <a:ext cx="2560320" cy="749808"/>
          </a:xfrm>
          <a:prstGeom prst="roundRect">
            <a:avLst>
              <a:gd name="adj" fmla="val 731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153144" y="566013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10⁻⁸ eV/atom. </a:t>
            </a:r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first agreed with the reference only to 10⁻⁸. The residual was traced to the Fortran source storing the bond-order spline knots as single-precision literals; reproducing that rounding closed the gap to 10⁻¹³.</a:t>
            </a:r>
            <a:endParaRPr lang="en-US" sz="820" dirty="0"/>
          </a:p>
        </p:txBody>
      </p:sp>
      <p:sp>
        <p:nvSpPr>
          <p:cNvPr id="29" name="Text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Atomistica 1.2.7 Rebo2Scr (Pastewka et al.), used only for validation; production runs use the PyTorch port on the Apple GPU in float32 with the float64 CPU mode as the precision reference. No machine-learned surrogate anywhere in the mechanics.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2026-09-09T00:07:36Z</dcterms:created>
  <dcterms:modified xsi:type="dcterms:W3CDTF">2026-09-09T00:07:36Z</dcterms:modified>
</cp:coreProperties>
</file>